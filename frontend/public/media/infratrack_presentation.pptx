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6" r:id="rId3"/>
    <p:sldId id="263" r:id="rId4"/>
    <p:sldId id="264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CDBDF-7C24-4952-B33E-7736CDBC4F33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FCEE0-4AAF-40E2-B4B7-2AAACD0FD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81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21A7-F217-A9D6-645B-80C2A5F53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F3890-B5E7-8FE3-C0E8-727C55B55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BCBF1-8CA3-510E-41FD-9830C4F9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CC208-4A70-F7DF-7CCB-EA60E358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8CE18-2891-C91A-760B-D3B5D654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074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98F7-FAEE-3725-6490-4BB7CEBE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93835-3C9E-B794-DA6A-B05632299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9232F-AF1E-1EEB-00A4-D30DE5D2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D2259-4FA8-8C6B-7206-CBFEB11D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1EE5B-1719-AC41-DD0A-B2856AAF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863B-C813-A946-E627-203A91A0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DC3B6-8AAD-13FE-020C-1D683FB0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2AF2-EB5A-565D-8E3A-B49197EA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F8A69-2011-2657-4C3C-00DF7B2FD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B5EA3-4838-281B-F621-6FA19B3D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3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6FA3-F92A-B3CD-1A44-1DF00707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EAD63-97BE-92A4-4755-45B83504D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16115-25A3-23A3-5217-B95353883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3D351-20A9-D019-8B06-CD5DFC2D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B2A34-DD3A-E85F-C30C-5FC22AB06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E5EDD-05CA-2094-3A15-F37474D3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13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4862-32C3-275F-0AE7-7D3185542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17FBB-2756-5BEA-105B-F2C848F5E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E2878-67F0-8E1A-6779-EA68C14B1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D6ED4-D563-FDEE-285D-C44E6413C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2218B-79CE-0264-6247-6F6CE8EC4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BC9453-F5E2-4D0F-86B4-D7994734A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9B687-6326-D490-C0D1-53864DDCB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1A723-F62B-9BF1-774F-35E672E0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7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144C-8188-A3A2-BBE3-0AF9D396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0D4E3-A6DB-E525-3913-D8F747F8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ECE8D-BC71-3A0D-AA78-650D7C93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1C228-6C67-E532-B6E2-AC102F6D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33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A7BD7-2DAB-92A0-326E-D17983BB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D4B35-B1AD-C0EB-E7EE-69D92B7E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61863-65EE-383C-2A55-99D7249D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42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712E-30FD-8BC3-AE05-B609A7F2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67FD-8C43-8198-55B7-7EEF3B815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BDFBE-FEF3-805E-EB1A-A4860E396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825E6-271D-3F0C-56E8-C7C3185F9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874E7-0840-8F5F-0EF4-85BA9FE5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AF43-7058-71B6-8EA6-68B59D6E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1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97CA-0E77-2EF5-9184-2493700A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4B007-2FFA-3FBE-1188-F8FDCED1C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27627-5ACB-C56F-CCD0-D43BB084C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E8A1D-4B57-84C5-6956-F3202F28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B15B2-1094-B8C8-FFD9-81748AA5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5240C-15EB-0A4A-5886-56610D9D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65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7F61-530A-A008-FF1B-122783EE4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E7132-4861-9BD0-70A8-BA239A6BE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BE425-9211-16E2-9B4F-3B37A1D3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57219-46E6-FA8F-4023-A9BE7729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3E383-C8F0-24DE-BD9F-8C3CA83E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524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94A77-B9E7-979F-BEC9-E53E75CC43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BCACB-D548-AC86-417E-DCC72420A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E6FF4-8544-4476-299F-66B3C8F0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17276-0787-A463-7BEF-1F5AA509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A987C-0AC0-3415-60BF-DAA5A437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5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3F713-83A4-4B7D-3F13-6219093BE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4933A-A399-CF99-F48E-988A0FA2C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03B66-F907-0674-1882-7DCA599D8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4D1A6-676C-4D40-B0E6-AECC16F3D6D6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B44B7-E197-2C88-B9E6-2DB39C517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47DB5-40B1-DDAA-11E1-0A3A917A9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B9912-5F32-436C-9E15-5A02B4133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03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1929D3-34CF-7EC5-685A-E528D69B0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866535"/>
            <a:ext cx="4229099" cy="34803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55DA2D-7509-C885-E573-4228AA018016}"/>
              </a:ext>
            </a:extLst>
          </p:cNvPr>
          <p:cNvSpPr txBox="1"/>
          <p:nvPr/>
        </p:nvSpPr>
        <p:spPr>
          <a:xfrm>
            <a:off x="1025978" y="4559162"/>
            <a:ext cx="10140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latin typeface="Bahnschrift SemiCondensed" panose="020B0502040204020203" pitchFamily="34" charset="0"/>
              </a:rPr>
              <a:t>INFRATRACK</a:t>
            </a:r>
            <a:r>
              <a:rPr lang="en-IN" sz="7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092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A14B4F-D6E7-36EE-3200-58E8A1929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71010"/>
            <a:ext cx="9144000" cy="165576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Black" panose="020B0A04020102020204" pitchFamily="34" charset="0"/>
              </a:rPr>
              <a:t>RUN TIME FLOW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F263E3-F8A9-9E52-59A1-1B33706CE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1"/>
            <a:ext cx="1219199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9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C139-1EAD-4F6F-52A0-73AE93D5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Why </a:t>
            </a:r>
            <a:r>
              <a:rPr lang="en-IN" dirty="0" err="1">
                <a:latin typeface="Arial Black" panose="020B0A04020102020204" pitchFamily="34" charset="0"/>
              </a:rPr>
              <a:t>InfraTrack</a:t>
            </a:r>
            <a:r>
              <a:rPr lang="en-IN" dirty="0">
                <a:latin typeface="Arial Black" panose="020B0A04020102020204" pitchFamily="34" charset="0"/>
              </a:rPr>
              <a:t> Was Made</a:t>
            </a:r>
            <a:endParaRPr lang="en-IN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7A535-7806-D7B0-5DD2-3868196B6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For Industry &amp; Organizations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 real-world industrial and enterprise environments: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Cloud resources are spread across multiple services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Cost tracking is complex and often delayed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Was made individually </a:t>
            </a:r>
          </a:p>
          <a:p>
            <a:pPr marL="0" indent="0">
              <a:buNone/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66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A4786-CDA8-7C73-CC6C-61B1BBDFDB28}"/>
              </a:ext>
            </a:extLst>
          </p:cNvPr>
          <p:cNvSpPr txBox="1"/>
          <p:nvPr/>
        </p:nvSpPr>
        <p:spPr>
          <a:xfrm>
            <a:off x="2008414" y="1322615"/>
            <a:ext cx="7957456" cy="5279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InfraTrack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also designed as a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learning and experimentation platform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for students entering cloud, DevOps, and software engineering fields.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Students can use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InfraTrack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to: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Learn how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real industrial cloud platforms are structured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Understand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Azure services, cloud costs, and monitoring concepts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Visualize CI/CD pipelines and container-based deployments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Practice DevOps workflows in a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safe, controlled environment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2157F-403B-61D8-5311-D45A8EA5A3E1}"/>
              </a:ext>
            </a:extLst>
          </p:cNvPr>
          <p:cNvSpPr txBox="1"/>
          <p:nvPr/>
        </p:nvSpPr>
        <p:spPr>
          <a:xfrm>
            <a:off x="2743200" y="408214"/>
            <a:ext cx="6074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>
                <a:latin typeface="Arial Black" panose="020B0A04020102020204" pitchFamily="34" charset="0"/>
              </a:rPr>
              <a:t>Students &amp; Learners</a:t>
            </a:r>
            <a:endParaRPr lang="en-IN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4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8F1F-F659-A613-24C1-9066E4E9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969-7DE1-0300-1F33-396F6926A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1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3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DE30-63DC-5178-A4D6-D67AD001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665F5-D8B6-7393-0E0A-C05FF0F80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0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7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8866D-BDA7-D080-32B4-A50DE6D59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8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94668-780E-BCA8-3C57-2C4FB799B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0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900C0-BCE8-D73B-8BD6-A41408CDC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4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102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Bahnschrift SemiCondensed</vt:lpstr>
      <vt:lpstr>Calibri</vt:lpstr>
      <vt:lpstr>Calibri Light</vt:lpstr>
      <vt:lpstr>Office Theme</vt:lpstr>
      <vt:lpstr>PowerPoint Presentation</vt:lpstr>
      <vt:lpstr>PowerPoint Presentation</vt:lpstr>
      <vt:lpstr>Why InfraTrack Was Made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DANIYAL M</dc:creator>
  <cp:lastModifiedBy>MOHAMMED DANIYAL M</cp:lastModifiedBy>
  <cp:revision>1</cp:revision>
  <dcterms:created xsi:type="dcterms:W3CDTF">2025-12-19T20:34:48Z</dcterms:created>
  <dcterms:modified xsi:type="dcterms:W3CDTF">2025-12-19T20:58:33Z</dcterms:modified>
</cp:coreProperties>
</file>